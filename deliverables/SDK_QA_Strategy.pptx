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the deck follows the five assignment points. Everything marked Built exists in the repository and ran in GitHub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Scores are expert judgement because there is no incident history. Priority 1 re-scores them from real data. Full register: docs/risk-matrix.md.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Balance of fast feedback and E2E confidence: L0-L3 on every PR are seconds to minutes; L3b nightly; L5-L7 only on release candidates, where they cover risks nothing below 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scenarios.json, the two runners side by side, and the fake server. Each result was found by writing the scenario first and watching it fail. Key point: scenarios are data, not code, so neither platform owns the contract. That forces iOS/Android parity, lets app teams add expectations without Swift or Kotlin, and runs in milliseconds. Core scenarios are written by SDK QA; app teams own their folder; AI can draft, a human reviews the expected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PR #2 live: signature check green, behaviour check red on iOS only. Then PR #5 for the digester message, and PR #6: an intermittent test blocks the gate because L2b has no retries.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macos-26 is the newest hosted label; macOS minutes are costly, which is another reason for path filtering. Actions are on latest majors. iOS 26.2 UI job failed once and was not diagnosed; UI tests in hosted CI are out of scope (device farm or dedicated runners in practice).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Symptoms: Android green points at iOS code or toolchain; A+B only points at an interaction; intermittent points at non-determinism, but a flaky runner looks the same.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rationale: 1 gives the data that sizes 2 and 3; contracts are the cheapest, fastest signal, and the gates need something reliable to gate on. The order changes if the baseline shows a different top risk, for example a flaky pipeline blocking every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icardorlg/sdk-qa-assignmen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-1097280"/>
            <a:ext cx="4206240" cy="4206240"/>
          </a:xfrm>
          <a:prstGeom prst="ellipse">
            <a:avLst/>
          </a:prstGeom>
          <a:solidFill>
            <a:srgbClr val="13A89E">
              <a:alpha val="20000"/>
            </a:srgbClr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2926080"/>
            <a:ext cx="2926080" cy="2926080"/>
          </a:xfrm>
          <a:prstGeom prst="ellipse">
            <a:avLst/>
          </a:prstGeom>
          <a:solidFill>
            <a:srgbClr val="F2A541">
              <a:alpha val="18000"/>
            </a:srgbClr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05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MOBILE QA ENGINEER · PLATFORM / SDK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engineering for a multi-module mobile SDK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first. Fast feedback on every pull request. Slow tests only where nothing cheaper can catch the risk.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Larrahondo</a:t>
            </a:r>
            <a:endParaRPr lang="en-US" sz="12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Working code, demo PRs and CI: github.com/ricardorlg/sdk-qa-assignment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ASSUMPTIONS · RISK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dummy auth SDK, so the strategy is demonstrated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platforms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 + Kotlin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42032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2032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542032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scenarios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platform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26864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6864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626864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pull requests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known outcomes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11696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11696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711696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scored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× probability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402336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3591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Situation and approach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2670048"/>
            <a:ext cx="37033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pains: cross-module breakage, iOS/Android drift, slow flaky E2E, unclear versions, late hard-to-attribute failures.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Dummy SDK: login, refresh, logout, session restore, plus a scripted fake auth server and a host app per platform.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auth: high risk, every module depends on it, and error semantics drift between platforms.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risks are change risks, so effort goes to contracts and compatibility, not more UI tests.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2286000"/>
            <a:ext cx="402336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3591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assumptions and time budgets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46320" y="2670048"/>
            <a:ext cx="37033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modules (SemVer), about 3 apps pinning exact versions, native code on each platform.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UI/E2E automation today with no flake data; staging backend and device farm available.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gate under 15 min (measured 1.5 to 3). Nightly UI under 60 min. RC validation under 2 h.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out on purpose: broad E2E, device farm, canary, performance, Pact broker.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TEST STRATEGY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strategy: each layer answers one question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298448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8448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98448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139696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2F6FDE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39696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139696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980944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2F6FDE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80944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L2b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980944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822192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22192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22192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2E9E5B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L3b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63440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lifecycle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504688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04688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504688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45936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5936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45936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187184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87184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87184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028432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28432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L7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028432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+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1984248"/>
            <a:ext cx="4169664" cy="36576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2029968"/>
            <a:ext cx="4169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pull request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63440" y="1984248"/>
            <a:ext cx="1645920" cy="36576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63440" y="20299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345936" y="1984248"/>
            <a:ext cx="2487168" cy="36576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45936" y="2029968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candidate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= Built and ran in CI 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outlined = described, future work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2377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" y="24505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 base: contracts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94360" y="276148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L2a: Android apiCheck, iOS swiftinterface + swift-api-digester.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L2b: one JSON of scenarios run by a Swift and a Kotlin runner. Apps add their own via CODEOWNERS.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tools only; no Appium below L5.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3273552" y="2377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10712" y="24505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Device and life cycle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410712" y="276148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L3b: UI tests on the harness app + fake server: rotation, background, kill and relaunch, session restore.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L4: same harness app, real staging backend.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L5: canary and upgrade tests in real apps, smoke by Appium.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089904" y="2377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27064" y="24505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Humans and versions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227064" y="276148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L6: OEM, low memory, battery on a device farm.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L7: charters on new capability and each RC.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compat.yaml expands into PR and RC matrices; contracts run vs N-1 and N-2.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AUTOMATION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 example: one contract, two native runners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0642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06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60120" y="104241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behaviour contracts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scenarios per platform from one JSON, run against a scripted fake server. Includes single-flight concurrent refresh.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57276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65506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655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60120" y="159105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Consumer-driven contract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owned by retail-app (token reuse). CODEOWNERS routes review to the app team.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12140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20370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203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60120" y="213969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signature contract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apiCheck dump (Android) and swiftinterface + digester vs v1.0.0 (iOS). Diff posted to summary and PR.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67004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275234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752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60120" y="268833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UI and lifecycle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Espresso + 4 XCUITest tests: sign-in, error, background, kill and relaunch.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21868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30098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3009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60120" y="32369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 manifest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compat.yaml and gen_matrix.py produce the PR and RC matrices.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76732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84962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849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60120" y="378561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Flaky handling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retries in L2b (intermittent = bug). L3b and above: retry once, flag FLAKY, never silently green.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760720" y="1024128"/>
            <a:ext cx="2926080" cy="3236976"/>
          </a:xfrm>
          <a:prstGeom prst="roundRect">
            <a:avLst>
              <a:gd name="adj" fmla="val 2500"/>
            </a:avLst>
          </a:prstGeom>
          <a:solidFill>
            <a:srgbClr val="0B1F3A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1097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running it found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943600" y="1417320"/>
            <a:ext cx="2606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refresh failed on both platforms (duplicate refreshes). Fixed with an in-flight task and a lock.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Malformed body leaked a JSONException on Android only. Mapped to serverError.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iOS-only bug (503 as session expiry) caught by a scenario.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Swapping Keychain for memory made the relaunch test fail, so it is sensitive.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57200" y="43708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coded, described as future work: module pairs, harness E2E on staging, consumer canary, real devices.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QUICK FEEDBACK IN PRACTICE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demo PRs: which layer catches what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24128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822960"/>
                <a:gridCol w="2103120"/>
                <a:gridCol w="731520"/>
                <a:gridCol w="731520"/>
                <a:gridCol w="338328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login renamed to signIn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Breaking API change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single-flight refresh removed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Signature intact; only behaviour tests see it. Android green, so iOS-only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public hasSession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Additive: review, not breaking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refresh lock removed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bug class as #2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init(service:) renamed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swift-api-digester vs v1.0.0: breaking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fails once, then passes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Intermittent test blocks: no retries in L2b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4048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3858768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L2a and L2b are complementary. </a:t>
            </a:r>
            <a:pPr indent="0" marL="0"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and #4 are invisible to the signature check; #3 and #5 are invisible to behaviour tests.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384048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800600" y="3858768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in 1.5 to 3 minutes. </a:t>
            </a:r>
            <a:pPr indent="0" marL="0"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Path-aware: only the platform that changed runs. Results appear as a JUnit check, a job summary and a sticky PR comment.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CI/CD AND RELEASE VALIDATION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CI/CD: fast gates first, breadth later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CANDIDATE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1097280" cy="685800"/>
          </a:xfrm>
          <a:prstGeom prst="roundRect">
            <a:avLst>
              <a:gd name="adj" fmla="val 9333"/>
            </a:avLst>
          </a:prstGeom>
          <a:solidFill>
            <a:srgbClr val="0B1F3A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234440"/>
            <a:ext cx="109728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run_all.sh locally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828800" y="1234440"/>
            <a:ext cx="1188720" cy="685800"/>
          </a:xfrm>
          <a:prstGeom prst="roundRect">
            <a:avLst>
              <a:gd name="adj" fmla="val 9333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1234440"/>
            <a:ext cx="118872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changed paths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37560" y="1024128"/>
            <a:ext cx="1737360" cy="457200"/>
          </a:xfrm>
          <a:prstGeom prst="roundRect">
            <a:avLst>
              <a:gd name="adj" fmla="val 14000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37560" y="1024128"/>
            <a:ext cx="173736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Android: apiCheck + L2b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37560" y="1572768"/>
            <a:ext cx="1737360" cy="457200"/>
          </a:xfrm>
          <a:prstGeom prst="roundRect">
            <a:avLst>
              <a:gd name="adj" fmla="val 14000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1572768"/>
            <a:ext cx="173736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iOS: digester + L2b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94960" y="1234440"/>
            <a:ext cx="1554480" cy="685800"/>
          </a:xfrm>
          <a:prstGeom prst="roundRect">
            <a:avLst>
              <a:gd name="adj" fmla="val 9333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94960" y="1234440"/>
            <a:ext cx="155448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check, API diff comment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223760" y="1234440"/>
            <a:ext cx="1463040" cy="685800"/>
          </a:xfrm>
          <a:prstGeom prst="roundRect">
            <a:avLst>
              <a:gd name="adj" fmla="val 9333"/>
            </a:avLst>
          </a:prstGeom>
          <a:solidFill>
            <a:srgbClr val="0B1F3A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0" y="1234440"/>
            <a:ext cx="146304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to main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owner-routed failures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554480" y="1572768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V="1">
            <a:off x="3017520" y="1252728"/>
            <a:ext cx="320040" cy="164592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017520" y="1737360"/>
            <a:ext cx="320040" cy="64008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074920" y="1252728"/>
            <a:ext cx="320040" cy="256032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V="1">
            <a:off x="5074920" y="1645920"/>
            <a:ext cx="320040" cy="155448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949440" y="1572768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337560" y="2651760"/>
            <a:ext cx="2743200" cy="594360"/>
          </a:xfrm>
          <a:prstGeom prst="roundRect">
            <a:avLst>
              <a:gd name="adj" fmla="val 10769"/>
            </a:avLst>
          </a:prstGeom>
          <a:solidFill>
            <a:srgbClr val="2E9E5B"/>
          </a:solidFill>
          <a:ln w="15875">
            <a:solidFill>
              <a:srgbClr val="2E9E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37560" y="2651760"/>
            <a:ext cx="2743200" cy="5943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UI: Espresso + XCUITest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matrix from compat.yaml, flaky report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955280" y="1920240"/>
            <a:ext cx="0" cy="32004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709160" y="2240280"/>
            <a:ext cx="32461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09160" y="2240280"/>
            <a:ext cx="0" cy="41148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6035040" y="228600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cron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57200" y="3611880"/>
            <a:ext cx="1188720" cy="640080"/>
          </a:xfrm>
          <a:prstGeom prst="roundRect">
            <a:avLst>
              <a:gd name="adj" fmla="val 10000"/>
            </a:avLst>
          </a:prstGeom>
          <a:solidFill>
            <a:srgbClr val="F2A541"/>
          </a:solidFill>
          <a:ln w="15875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rc-*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920240" y="3611880"/>
            <a:ext cx="1645920" cy="640080"/>
          </a:xfrm>
          <a:prstGeom prst="roundRect">
            <a:avLst>
              <a:gd name="adj" fmla="val 10000"/>
            </a:avLst>
          </a:prstGeom>
          <a:solidFill>
            <a:srgbClr val="F2A541"/>
          </a:solidFill>
          <a:ln w="15875">
            <a:solidFill>
              <a:srgbClr val="F2A5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20240" y="3611880"/>
            <a:ext cx="16459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gate + native UI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from compat.yaml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840480" y="3611880"/>
            <a:ext cx="17373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5B6675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3840480" y="3611880"/>
            <a:ext cx="173736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vs N-1/N-2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canary (stubs)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852160" y="3611880"/>
            <a:ext cx="1188720" cy="64008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5216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gates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315200" y="3611880"/>
            <a:ext cx="1371600" cy="640080"/>
          </a:xfrm>
          <a:prstGeom prst="roundRect">
            <a:avLst>
              <a:gd name="adj" fmla="val 10000"/>
            </a:avLst>
          </a:prstGeom>
          <a:solidFill>
            <a:srgbClr val="13A89E"/>
          </a:solidFill>
          <a:ln w="15875">
            <a:solidFill>
              <a:srgbClr val="13A89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0" y="3611880"/>
            <a:ext cx="137160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+ changelog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64592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56616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557784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04088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457200" y="43708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ran on GitHub: three workflow files (pr.yml, ui-native.yml, release.yml). Dashed = stub. UI tests are not a PR gate: 6 to 16 min per job.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57200" y="46177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Slack alerts, device farm, flake dashboard, required checks.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INVESTIGATION SCENARIO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Investigation: change one variable at a time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A and B work alone but fail intermittently together after 3.4 to 3.5, on iOS only.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release, one owner, one channel, record the facts.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847088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38528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38528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304288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938528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Logs, versions, resolved dependency graph, OS, runner, seeds, before any change.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36976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28416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28416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94176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328416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the failure; shrink to a minimal A+B case; record the failure rate.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26864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8304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18304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84064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18304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 one input at a time: version, order, OS, runner, thread timing.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16752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08192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08192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73952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108192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Fix, then prove the failure rate dropped to zero over many runs.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406640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98080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86384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498080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scenario, matrix entry, alert, post-mortem.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7200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3108960"/>
            <a:ext cx="109728" cy="109728"/>
          </a:xfrm>
          <a:prstGeom prst="rect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9808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without a platform or toolchain change; bisect 3.4 vs 3.5; stress A+B with thread sanitizer.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542032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651760" y="3108960"/>
            <a:ext cx="109728" cy="109728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4640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Dependency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651760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resolved transitive versions between a failing and a passing build.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626864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36592" y="3108960"/>
            <a:ext cx="109728" cy="10972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19472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4736592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order and repeated runs; check shared state, clocks and fixtures.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711696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821424" y="3108960"/>
            <a:ext cx="109728" cy="109728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04304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821424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commit on another runner, Xcode and simulator; check load and resources.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bet: concurrency or init order. The plan does not depend on it: each cause is confirmed or ruled out with data.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INITIAL PRIORITIES · TRADE-OFFS · AI USAGE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three priorities, after 30 days of listening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13315A"/>
          </a:solidFill>
          <a:ln w="9525">
            <a:solidFill>
              <a:srgbClr val="2449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17043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51560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and visibility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Inventory, flake rate, duration, owners. Re-scores the risks.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94360" y="2331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2: dashboard and top 10 flaky tests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73552" y="10972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13315A"/>
          </a:solidFill>
          <a:ln w="9525">
            <a:solidFill>
              <a:srgbClr val="2449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117043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867912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contract layer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10712" y="17556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scenarios on both platforms in PR CI.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410712" y="2331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parity gaps triaged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9904" y="10972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13315A"/>
          </a:solidFill>
          <a:ln w="9525">
            <a:solidFill>
              <a:srgbClr val="2449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117043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684264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Compatibility manifest and gates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27064" y="17556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compat.yaml, generated RC matrix, one canary.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227064" y="2331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6: first blocking gate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017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Postponed on purpose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333756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E2E expansion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device-farm coverage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and security suites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framework, Pact broker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73552" y="3017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Next, with more time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273552" y="333756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out of views, injected clock and storage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Android: Robolectric, ViewModel tests, screenshot tests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iOS: ViewModel tests, snapshot tests, XCUITest page objects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9904" y="3017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Trade-offs and AI usage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089904" y="333756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tests over cross-platform for fidelity, at the cost of two codebases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build; every output run, and every new test proven by failing first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library: docs/PROMPT_LIBRARY.md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Mobile SDK Quality Engineering</dc:title>
  <dc:subject>PptxGenJS Presentation</dc:subject>
  <dc:creator>PptxGenJS</dc:creator>
  <cp:lastModifiedBy>PptxGenJS</cp:lastModifiedBy>
  <cp:revision>1</cp:revision>
  <dcterms:created xsi:type="dcterms:W3CDTF">2026-10-29T01:01:41Z</dcterms:created>
  <dcterms:modified xsi:type="dcterms:W3CDTF">2026-10-29T01:01:41Z</dcterms:modified>
</cp:coreProperties>
</file>