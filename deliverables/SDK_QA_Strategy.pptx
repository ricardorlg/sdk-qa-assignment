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deck follows the five assignment points. Everything marked Built exists in the repository and ran in GitHub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Scores are expert judgement because there is no incident history. Priority 1 re-scores them from real data. Full register: docs/risk-matrix.md.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of fast feedback and E2E confidence: L0-L3 on every PR are seconds to minutes; L3b nightly; L5-L7 only on release candidates, where they cover risks nothing below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scenarios.json, the two runners side by side, and the fake server. Each result was found by writing the scenario first and watching it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PR #2 live: signature check green, behaviour check red on iOS only. Then PR #5 for the digester message, and PR #6 for the flaky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macos-26 is the newest hosted label; macOS minutes are costly, which is another reason for path filtering. Actions are on latest majors. iOS 26.2 UI job failed once and was not diagnosed.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Symptoms: Android green points at iOS code or toolchain; A+B only points at an interaction; intermittent points at non-determinism, but a flaky runner looks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rationale: 1 gives the data that sizes 2 and 3; contracts are the cheapest, fastest signal, and the gates need something reliable to gate on. The order changes if the baseline shows a different top risk, for example a flaky pipeline blocking every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icardorlg/sdk-qa-assignm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4206240" cy="4206240"/>
          </a:xfrm>
          <a:prstGeom prst="ellipse">
            <a:avLst/>
          </a:prstGeom>
          <a:solidFill>
            <a:srgbClr val="13A89E">
              <a:alpha val="20000"/>
            </a:srgbClr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926080" cy="2926080"/>
          </a:xfrm>
          <a:prstGeom prst="ellipse">
            <a:avLst/>
          </a:prstGeom>
          <a:solidFill>
            <a:srgbClr val="F2A541">
              <a:alpha val="18000"/>
            </a:srgbClr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MOBILE QA ENGINEER · PLATFORM / SDK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engineering for a multi-module mobile SDK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first. Fast feedback on every pull request. Slow tests only where nothing cheaper can catch the risk.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Larrahondo</a:t>
            </a:r>
            <a:endParaRPr lang="en-US" sz="1200" dirty="0"/>
          </a:p>
          <a:p>
            <a:pPr indent="0" marL="0">
              <a:buNone/>
            </a:pPr>
            <a:r>
              <a:rPr lang="en-US" sz="1200" u="sng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Working code, demo PRs and CI: github.com/ricardorlg/sdk-qa-assignment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ASSUMPTIONS · RISK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dummy auth SDK, so the strategy is demonstrated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platforms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+ Kotlin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42032" y="10515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42032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scenarios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platform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26864" y="10515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26864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pull requests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known outcomes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11696" y="10515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11696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scored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× probability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40233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 and approach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2670048"/>
            <a:ext cx="3703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pains: cross-module breakage, iOS/Android drift, slow flaky E2E, unclear versions, late hard-to-attribute failures.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SDK: login, refresh, logout, session restore, plus a scripted fake auth server and a host app per platform.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auth: high risk, every module depends on it, and error semantics drift between platforms.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risks are change risks, so effort goes to contracts and compatibility, not more UI tests.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40233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assumptions and time budgets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670048"/>
            <a:ext cx="3703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modules (SemVer), about 3 apps pinning exact versions, native code on each platform.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UI/E2E automation today with no flake data; staging backend and device farm available.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gate under 15 min (measured 1.5 to 3). Nightly UI under 60 min. RC validation under 2 h.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 on purpose: broad E2E, device farm, canary, performance, Pact broker.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TEST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strategy: each layer answers one question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04672" cy="868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2F6F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88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98448" y="1051560"/>
            <a:ext cx="804672" cy="868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2F6F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1088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98448" y="137160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39696" y="1051560"/>
            <a:ext cx="804672" cy="868680"/>
          </a:xfrm>
          <a:prstGeom prst="roundRect">
            <a:avLst>
              <a:gd name="adj" fmla="val 6818"/>
            </a:avLst>
          </a:prstGeom>
          <a:solidFill>
            <a:srgbClr val="2F6FDE"/>
          </a:solidFill>
          <a:ln w="19050">
            <a:solidFill>
              <a:srgbClr val="2F6F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9696" y="1088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39696" y="137160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80944" y="1051560"/>
            <a:ext cx="804672" cy="868680"/>
          </a:xfrm>
          <a:prstGeom prst="roundRect">
            <a:avLst>
              <a:gd name="adj" fmla="val 6818"/>
            </a:avLst>
          </a:prstGeom>
          <a:solidFill>
            <a:srgbClr val="2F6FDE"/>
          </a:solidFill>
          <a:ln w="19050">
            <a:solidFill>
              <a:srgbClr val="2F6F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1088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80944" y="137160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22192" y="1051560"/>
            <a:ext cx="804672" cy="868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2F6F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1088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22192" y="137160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804672" cy="868680"/>
          </a:xfrm>
          <a:prstGeom prst="roundRect">
            <a:avLst>
              <a:gd name="adj" fmla="val 6818"/>
            </a:avLst>
          </a:prstGeom>
          <a:solidFill>
            <a:srgbClr val="2E9E5B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88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137160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lifecycle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04688" y="1051560"/>
            <a:ext cx="804672" cy="868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1088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04688" y="137160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45936" y="1051560"/>
            <a:ext cx="804672" cy="868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1088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45936" y="137160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87184" y="1051560"/>
            <a:ext cx="804672" cy="868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87184" y="1088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87184" y="137160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28432" y="1051560"/>
            <a:ext cx="804672" cy="868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1088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28432" y="137160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1984248"/>
            <a:ext cx="4169664" cy="36576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029968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pull request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1984248"/>
            <a:ext cx="1645920" cy="36576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029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45936" y="1984248"/>
            <a:ext cx="2487168" cy="36576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20299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candidate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= Built and ran in CI  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outlined = described, future work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23774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base: contracts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94360" y="2761488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L2a: Android apiCheck, iOS swiftinterface + swift-api-digester.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L2b: one JSON of scenarios run by a Swift and a Kotlin runner. Apps add their own via CODEOWNERS.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tools only; no Appium below L5.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273552" y="23774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10712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and life cycle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410712" y="2761488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L3b: UI tests on the harness app + fake server: rotation, background, kill and relaunch, session restore.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L4: same harness app, real staging backend.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L5: canary and upgrade tests in real apps, smoke by Appium.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089904" y="23774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27064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and versions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227064" y="2761488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L6: OEM, low memory, battery on a device farm.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L7: charters on new capability and each RC.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compat.yaml expands into PR and RC matrices; contracts run vs N-1 and N-2.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AUTOMATION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example: one contract, two native runners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51206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06424"/>
            <a:ext cx="329184" cy="329184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0424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behaviour contracts  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scenarios per platform from one JSON, run against a scripted fake server. Includes single-flight concurrent refresh.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51206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55064"/>
            <a:ext cx="329184" cy="329184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159105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Consumer-driven contract  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owned by retail-app (token reuse). CODEOWNERS routes review to the app team.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51206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203704"/>
            <a:ext cx="329184" cy="329184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03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213969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signature contract  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apiCheck dump (Android) and swiftinterface + digester vs v1.0.0 (iOS). Diff posted to summary and PR.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70048"/>
            <a:ext cx="51206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752344"/>
            <a:ext cx="329184" cy="329184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268833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UI and lifecycle  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Espresso + 4 XCUITest tests: sign-in, error, background, kill and relaunch.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218688"/>
            <a:ext cx="51206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300984"/>
            <a:ext cx="329184" cy="329184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32369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manifest  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compat.yaml and gen_matrix.py produce the PR and RC matrices.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67328"/>
            <a:ext cx="51206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49624"/>
            <a:ext cx="329184" cy="329184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37856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handling  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once; a pass on retry is reported FLAKY, never silently green.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0720" y="1024128"/>
            <a:ext cx="2926080" cy="3236976"/>
          </a:xfrm>
          <a:prstGeom prst="roundRect">
            <a:avLst>
              <a:gd name="adj" fmla="val 2500"/>
            </a:avLst>
          </a:prstGeom>
          <a:solidFill>
            <a:srgbClr val="0B1F3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running it found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141732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refresh failed on both platforms (duplicate refreshes). Fixed with an in-flight task and a lock.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body leaked a JSONException on Android only. Mapped to serverError.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iOS-only bug (503 as session expiry) caught by a scenario.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Keychain for memory made the relaunch test fail, so it is sensitive.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coded, described as future work: module pairs, harness E2E on staging, consumer canary, real devices.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QUICK FEEDBACK IN PRACTICE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demo PRs: which layer catches what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2103120"/>
                <a:gridCol w="731520"/>
                <a:gridCol w="73152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login renamed to signIn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Breaking API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single-flight refresh removed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intact; only behaviour tests see it. Android green, so iOS-only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public hasSession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Additive: review, not breaking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lock removed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bug class as #2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init(service:) renamed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swift-api-digester vs v1.0.0: breaking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fails once, passes on retry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but flagged FLAKY: summary + PR comment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858768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L2a and L2b are complementary. </a:t>
            </a:r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and #4 are invisible to the signature check; #3 and #5 are invisible to behaviour tests.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38404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3858768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 1.5 to 3 minutes. </a:t>
            </a:r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Path-aware: only the platform that changed runs. Results appear as a JUnit check, a job summary and a sticky PR comment.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CI/CD AND RELEASE 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CI/CD: fast gates first, breadth later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CANDIDATE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0B1F3A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10972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run_all.sh locally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0" y="1234440"/>
            <a:ext cx="1188720" cy="685800"/>
          </a:xfrm>
          <a:prstGeom prst="roundRect">
            <a:avLst>
              <a:gd name="adj" fmla="val 9333"/>
            </a:avLst>
          </a:prstGeom>
          <a:solidFill>
            <a:srgbClr val="2F6FDE"/>
          </a:solidFill>
          <a:ln w="15875">
            <a:solidFill>
              <a:srgbClr val="2F6F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234440"/>
            <a:ext cx="11887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changed paths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024128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2F6FDE"/>
          </a:solidFill>
          <a:ln w="15875">
            <a:solidFill>
              <a:srgbClr val="2F6F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17373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apiCheck + L2b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572768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2F6FDE"/>
          </a:solidFill>
          <a:ln w="15875">
            <a:solidFill>
              <a:srgbClr val="2F6F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digester + L2b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1234440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2F6FDE"/>
          </a:solidFill>
          <a:ln w="15875">
            <a:solidFill>
              <a:srgbClr val="2F6F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234440"/>
            <a:ext cx="15544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check, API diff comment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23760" y="1234440"/>
            <a:ext cx="1463040" cy="685800"/>
          </a:xfrm>
          <a:prstGeom prst="roundRect">
            <a:avLst>
              <a:gd name="adj" fmla="val 9333"/>
            </a:avLst>
          </a:prstGeom>
          <a:solidFill>
            <a:srgbClr val="0B1F3A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234440"/>
            <a:ext cx="14630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owner-routed failures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554480" y="1572768"/>
            <a:ext cx="27432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3017520" y="1252728"/>
            <a:ext cx="320040" cy="164592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17520" y="1737360"/>
            <a:ext cx="320040" cy="64008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74920" y="1252728"/>
            <a:ext cx="320040" cy="256032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5074920" y="1645920"/>
            <a:ext cx="320040" cy="155448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49440" y="1572768"/>
            <a:ext cx="27432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337560" y="265176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2E9E5B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651760"/>
            <a:ext cx="27432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UI: Espresso + XCUITest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matrix from compat.yaml, flaky report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5280" y="1920240"/>
            <a:ext cx="0" cy="32004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4709160" y="2240280"/>
            <a:ext cx="324612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240280"/>
            <a:ext cx="0" cy="41148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035040" y="2286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cron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1188720" cy="64008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rc-*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920240" y="361188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0240" y="3611880"/>
            <a:ext cx="16459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gate + native UI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from compat.yaml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40480" y="361188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675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384048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vs N-1/N-2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canary (stubs)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52160" y="3611880"/>
            <a:ext cx="1188720" cy="6400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15200" y="361188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5875">
            <a:solidFill>
              <a:srgbClr val="13A89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3611880"/>
            <a:ext cx="13716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+ changelog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645920" y="3931920"/>
            <a:ext cx="27432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566160" y="3931920"/>
            <a:ext cx="27432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577840" y="3931920"/>
            <a:ext cx="27432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40880" y="3931920"/>
            <a:ext cx="27432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457200" y="4370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ran on GitHub: three workflow files (pr.yml, ui-native.yml, release.yml). Dashed = stub. UI tests are not a PR gate: 6 to 16 min per job.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46177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Slack alerts, device farm, flake dashboard, required checks.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INVESTIGATION SCENARIO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 change one variable at a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 and B work alone but fail intermittently together after 3.4 to 3.5, on iOS only.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280160" cy="1508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310896" cy="310896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release, one owner, one channel, record the facts.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47088" y="1325880"/>
            <a:ext cx="1280160" cy="1508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38528" y="1417320"/>
            <a:ext cx="310896" cy="310896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04288" y="1417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38528" y="178308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versions, resolved dependency graph, OS, runner, seeds, before any change.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36976" y="1325880"/>
            <a:ext cx="1280160" cy="1508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28416" y="1417320"/>
            <a:ext cx="310896" cy="310896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94176" y="1417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28416" y="178308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the failure; shrink to a minimal A+B case; record the failure rate.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6864" y="1325880"/>
            <a:ext cx="1280160" cy="1508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18304" y="1417320"/>
            <a:ext cx="310896" cy="310896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84064" y="1417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18304" y="178308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one input at a time: version, order, OS, runner, thread timing.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16752" y="1325880"/>
            <a:ext cx="1280160" cy="1508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08192" y="1417320"/>
            <a:ext cx="310896" cy="310896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73952" y="1417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08192" y="178308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then prove the failure rate dropped to zero over many runs.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06640" y="1325880"/>
            <a:ext cx="1280160" cy="1508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1417320"/>
            <a:ext cx="310896" cy="310896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63840" y="1417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0" y="178308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scenario, matrix entry, alert, post-mortem.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017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3108960"/>
            <a:ext cx="109728" cy="109728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333756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without a platform or toolchain change; bisect 3.4 vs 3.5; stress A+B with thread sanitizer.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42032" y="3017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51760" y="3108960"/>
            <a:ext cx="109728" cy="10972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651760" y="333756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resolved transitive versions between a failing and a passing build.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26864" y="3017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36592" y="3108960"/>
            <a:ext cx="109728" cy="10972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36592" y="333756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order and repeated runs; check shared state, clocks and fixtures.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11696" y="3017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21424" y="3108960"/>
            <a:ext cx="109728" cy="109728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04304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21424" y="333756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commit on another runner, Xcode and simulator; check load and resources.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bet: concurrency or init order. The plan does not depend on it: each cause is confirmed or ruled out with data.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INITIAL PRIORITIES · TRADE-OFFS · AI USAGE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three priorities, after 30 days of listening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3315A"/>
          </a:solidFill>
          <a:ln w="9525">
            <a:solidFill>
              <a:srgbClr val="2449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and visibility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flake rate, duration, owners. Re-scores the risks.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dashboard and top 10 flaky tests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3552" y="10972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3315A"/>
          </a:solidFill>
          <a:ln w="9525">
            <a:solidFill>
              <a:srgbClr val="2449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1704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67912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contract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17556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scenarios on both platforms in PR CI.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10712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parity gaps triaged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10972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3315A"/>
          </a:solidFill>
          <a:ln w="9525">
            <a:solidFill>
              <a:srgbClr val="2449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1704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84264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 manifest and gates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27064" y="17556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compat.yaml, generated RC matrix, one canary.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7064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first blocking gate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Postponed on purpose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E2E expansion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device-farm coverage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security suites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framework, Pact broker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73552" y="3017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with more 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73552" y="333756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out of views, injected clock and storage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Robolectric, ViewModel tests, screenshot tests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ViewModel tests, snapshot tests, XCUITest page objects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9904" y="3017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and AI usage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89904" y="333756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tests over cross-platform for fidelity, at the cost of two codebases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build; every output run, and every new test proven by failing first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library: docs/PROMPT_LIBRARY.md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SDK Quality Engineering</dc:title>
  <dc:subject>PptxGenJS Presentation</dc:subject>
  <dc:creator>PptxGenJS</dc:creator>
  <cp:lastModifiedBy>PptxGenJS</cp:lastModifiedBy>
  <cp:revision>1</cp:revision>
  <dcterms:created xsi:type="dcterms:W3CDTF">2026-10-29T00:22:14Z</dcterms:created>
  <dcterms:modified xsi:type="dcterms:W3CDTF">2026-10-29T00:22:14Z</dcterms:modified>
</cp:coreProperties>
</file>