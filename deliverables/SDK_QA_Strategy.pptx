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 for the flaky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diagnosed; UI tests in hosted CI are out of scope (device farm or dedicated runners in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scenarios per platform from one JSON,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tests: sign-in, error, background, kill and relaunch.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once; a pass on retry is reported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passes on retry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but flagged FLAKY: summary + PR comment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2026-10-29T00:43:03Z</dcterms:created>
  <dcterms:modified xsi:type="dcterms:W3CDTF">2026-10-29T00:43:03Z</dcterms:modified>
</cp:coreProperties>
</file>