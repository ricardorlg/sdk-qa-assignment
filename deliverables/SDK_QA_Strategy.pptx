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#6: an intermittent test blocks the gate because L2b has no retries.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diagnosed; UI tests in hosted CI are out of scope (device farm or dedicated runners in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scenarios per platform (core JSON plus consumer-owned files),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tests. Both: sign-in and error. Android: recreation and simulated cold start. iOS: background, and terminate and relaunch (Keychain).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retries in L2b (intermittent = bug). L3b and above: retry once, flag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Non-JSON 200 body escaped on iOS only; Kotlin already mapped it. Fixed in Swift: the iOS/Android inconsistency the brief warns about.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then passes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Intermittent test blocks: no retries in L2b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 (planned)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that change these priorities (document §5.1): </a:t>
            </a:r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code between platforms? does the SDK ship UI? what was the last escaped defect?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2026-10-29T02:26:19Z</dcterms:created>
  <dcterms:modified xsi:type="dcterms:W3CDTF">2026-10-29T02:26:19Z</dcterms:modified>
</cp:coreProperties>
</file>